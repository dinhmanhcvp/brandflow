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b="1" sz="6400">
                <a:solidFill>
                  <a:srgbClr val="FFFFFF"/>
                </a:solidFill>
                <a:latin typeface="Montserrat"/>
              </a:defRPr>
            </a:pPr>
            <a:r>
              <a:t>Your brand. In control.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800">
                <a:solidFill>
                  <a:srgbClr val="10B981"/>
                </a:solidFill>
                <a:latin typeface="Inter"/>
              </a:defRPr>
            </a:pPr>
            <a:r>
              <a:t>www.brandflow.ai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4000">
                <a:solidFill>
                  <a:srgbClr val="0F172A"/>
                </a:solidFill>
              </a:defRPr>
            </a:pPr>
            <a:r>
              <a:t>Benchmark Sản Phẩm Trên Thị Trường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defRPr b="1" sz="2400">
                <a:solidFill>
                  <a:srgbClr val="10B981"/>
                </a:solidFill>
              </a:defRPr>
            </a:pPr>
            <a:r>
              <a:t>1. Sản phẩm Gen AI (Tạo sinh đa dụng):</a:t>
            </a:r>
          </a:p>
          <a:p>
            <a:pPr>
              <a:spcBef>
                <a:spcPts val="400"/>
              </a:spcBef>
              <a:defRPr sz="2000">
                <a:solidFill>
                  <a:srgbClr val="334155"/>
                </a:solidFill>
              </a:defRPr>
            </a:pPr>
            <a:r>
              <a:t>ChatGPT, Claude, Gemini, Jasper, Copy.ai.</a:t>
            </a:r>
            <a:br/>
            <a:r>
              <a:t>(BrandFlow vượt trội nhờ quy trình kiểm toán và tự phản biện khép kín).</a:t>
            </a:r>
          </a:p>
          <a:p>
            <a:pPr>
              <a:spcBef>
                <a:spcPts val="1400"/>
              </a:spcBef>
              <a:defRPr b="1" sz="2400">
                <a:solidFill>
                  <a:srgbClr val="10B981"/>
                </a:solidFill>
              </a:defRPr>
            </a:pPr>
            <a:r>
              <a:t>2. Công cụ AI cho Marketing (Giải pháp ngách):</a:t>
            </a:r>
          </a:p>
          <a:p>
            <a:pPr>
              <a:spcBef>
                <a:spcPts val="400"/>
              </a:spcBef>
              <a:defRPr sz="2000">
                <a:solidFill>
                  <a:srgbClr val="334155"/>
                </a:solidFill>
              </a:defRPr>
            </a:pPr>
            <a:r>
              <a:t>HubSpot AI, Anyword, Mutiny, Surfer SEO, Canva Magic Studio.</a:t>
            </a:r>
            <a:br/>
            <a:r>
              <a:t>(BrandFlow quản trị toàn bộ luồng công việc từ chiến lược đến nội dung).</a:t>
            </a:r>
          </a:p>
          <a:p>
            <a:pPr>
              <a:spcBef>
                <a:spcPts val="1400"/>
              </a:spcBef>
              <a:defRPr b="1" sz="2400">
                <a:solidFill>
                  <a:srgbClr val="10B981"/>
                </a:solidFill>
              </a:defRPr>
            </a:pPr>
            <a:r>
              <a:t>3. Martech (Nền tảng Marketing):</a:t>
            </a:r>
          </a:p>
          <a:p>
            <a:pPr>
              <a:spcBef>
                <a:spcPts val="400"/>
              </a:spcBef>
              <a:defRPr sz="2000">
                <a:solidFill>
                  <a:srgbClr val="334155"/>
                </a:solidFill>
              </a:defRPr>
            </a:pPr>
            <a:r>
              <a:t>HubSpot, Salesforce Marketing Cloud, Marketo, Mailchimp.</a:t>
            </a:r>
            <a:br/>
            <a:r>
              <a:t>(BrandFlow tích hợp sâu AI Agent vào hệ thống quản lý, không chỉ là công cụ CRM).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4000">
                <a:solidFill>
                  <a:srgbClr val="0F172A"/>
                </a:solidFill>
              </a:defRPr>
            </a:pPr>
            <a:r>
              <a:t>Đội ngũ Cố Vấn (Mentors &amp; Advisors)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defRPr b="1" sz="2400">
                <a:solidFill>
                  <a:srgbClr val="0F172A"/>
                </a:solidFill>
              </a:defRPr>
            </a:pPr>
            <a:r>
              <a:t>TS. Trần Hải Ly</a:t>
            </a:r>
          </a:p>
          <a:p>
            <a:pPr>
              <a:spcBef>
                <a:spcPts val="400"/>
              </a:spcBef>
              <a:defRPr sz="2000">
                <a:solidFill>
                  <a:srgbClr val="475569"/>
                </a:solidFill>
              </a:defRPr>
            </a:pPr>
            <a:r>
              <a:t>Giảng viên Bộ môn Marketing và Truyền thông, Đại học Ngoại thương (FTU)</a:t>
            </a:r>
          </a:p>
          <a:p>
            <a:pPr>
              <a:spcBef>
                <a:spcPts val="1400"/>
              </a:spcBef>
              <a:defRPr b="1" sz="2400">
                <a:solidFill>
                  <a:srgbClr val="0F172A"/>
                </a:solidFill>
              </a:defRPr>
            </a:pPr>
            <a:r>
              <a:t>ThS. Trần Hồng Nhung &amp; ThS. Trần Việt An</a:t>
            </a:r>
          </a:p>
          <a:p>
            <a:pPr>
              <a:spcBef>
                <a:spcPts val="400"/>
              </a:spcBef>
              <a:defRPr sz="2000">
                <a:solidFill>
                  <a:srgbClr val="475569"/>
                </a:solidFill>
              </a:defRPr>
            </a:pPr>
            <a:r>
              <a:t>Giảng viên Khoa Marketing, Đại học Kinh tế Quốc dân (NEU)</a:t>
            </a:r>
          </a:p>
          <a:p>
            <a:pPr>
              <a:spcBef>
                <a:spcPts val="1400"/>
              </a:spcBef>
              <a:defRPr b="1" sz="2400">
                <a:solidFill>
                  <a:srgbClr val="0F172A"/>
                </a:solidFill>
              </a:defRPr>
            </a:pPr>
            <a:r>
              <a:t>Anh Nguyễn Trọng Hoàng</a:t>
            </a:r>
          </a:p>
          <a:p>
            <a:pPr>
              <a:spcBef>
                <a:spcPts val="400"/>
              </a:spcBef>
              <a:defRPr sz="2000">
                <a:solidFill>
                  <a:srgbClr val="475569"/>
                </a:solidFill>
              </a:defRPr>
            </a:pPr>
            <a:r>
              <a:t>Brand Manager, Xanh SM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